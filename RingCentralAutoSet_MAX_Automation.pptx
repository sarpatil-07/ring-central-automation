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RingCentralAutoSet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01752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DDEE"/>
                </a:solidFill>
              </a:defRPr>
            </a:pPr>
            <a:r>
              <a:t>Automated MAX Agent Login, Status &amp; Logout on Schedule</a:t>
            </a:r>
            <a:br/>
            <a:r>
              <a:t>Browser-based Ring Central / NICE MAX automation for macOS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572000"/>
            <a:ext cx="1097280" cy="7315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Agents repeat the same steps every shift: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Shift start — Open MAX, login/OTP, connect Station ID, set Available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Lunch — Change status to Unavailable (Lunch)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After lunch — Set Available again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Shift end — Logout / disconnect</a:t>
            </a:r>
          </a:p>
          <a:p>
            <a:pPr>
              <a:spcAft>
                <a:spcPts val="600"/>
              </a:spcAft>
              <a:defRPr sz="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Pain points: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Easy to forget login or logout at shift boundaries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Repetitive manual clicks every day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Work Chrome and MAX Chrome get mixed together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Our Solution — RingCentralAutoSet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Configure once → runs automatically on schedule</a:t>
            </a:r>
          </a:p>
          <a:p>
            <a:pPr>
              <a:spcAft>
                <a:spcPts val="600"/>
              </a:spcAft>
              <a:defRPr sz="600">
                <a:solidFill>
                  <a:srgbClr val="333333"/>
                </a:solidFill>
              </a:defRPr>
            </a:pP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Opens a dedicated MAX Chrome window (not your work browser)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Connects with your Station ID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Sets Available / Lunch / Logout on schedule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Runs in background after Mac login (optional)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Supports IST, APAC, rotating shifts, and leave days</a:t>
            </a:r>
          </a:p>
          <a:p>
            <a:pPr>
              <a:spcAft>
                <a:spcPts val="600"/>
              </a:spcAft>
              <a:defRPr sz="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Project: Ring_Central_Automation  |  App name: RingCentralAutoSet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High-Level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macOS LaunchAgent (optional)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→ APScheduler (cron by timezone &amp; work days)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→ run.py (CLI + scheduler)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→ Playwright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→ Dedicated Chrome (chrome-max-profile)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→ NICE MAX web UI automation</a:t>
            </a:r>
          </a:p>
          <a:p>
            <a:pPr>
              <a:spcAft>
                <a:spcPts val="600"/>
              </a:spcAft>
              <a:defRPr sz="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Everything runs locally on the agent's Mac.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Schedule and Station ID stored in .env (not committed to git).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Daily Automation Flow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8412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49377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What happens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Work 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morning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Open MAX Chrome → connect Station ID → Available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Lunch start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lunch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Set Unavailable (Lunch) — quiet mode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Lunch 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lunch-end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Set Available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Work end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logout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Logout + close MAX browser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a Separate Chrome Profile?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8412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49377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Work Chrome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MAX Chrome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Your daily 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chrome-max-profile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Email, tools, etc.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MAX agent only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Touched by script?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SSO session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Your work login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Saved MAX login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8412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470262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Python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Main automation logic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Browser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Playwright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Control MAX web UI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Scheduler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APScheduler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Cron jobs by timezone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Config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.env + YAML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Times, Station ID, selectors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Background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macOS LaunchAgent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Auto-start on login</a:t>
                      </a:r>
                    </a:p>
                  </a:txBody>
                  <a:tcPr/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Timezone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pytz / IANA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IST, APAC, EMEA, etc.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Key Project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run.py              — Main entry point &amp; scheduler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max_flow.py         — Morning / lunch / logout workflows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browser_session.py  — MAX Chrome launch &amp; reuse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ui_actions.py       — UI clicks &amp; smart status checks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schedule_menu.py    — Interactive configuration menu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config.py           — Settings, timezone, schedule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service.py          — macOS LaunchAgent installer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selectors.yaml      — MAX UI element selectors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.env                — Station ID, work times, timezone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Default Schedule (Configurable)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8412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49377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Job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Work 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09:00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Connect + Available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Lunch start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13:00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Unavailable (Lunch)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Lunch 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14:00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Available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Work end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18:00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Logout + close browser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Smart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Quiet lunch/logout — status jobs don't steal focus from work Chrome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Leave / pause — skip jobs on vacation or mark a leave day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Rotating shifts — change times in menu; scheduler picks up changes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Smart status — skip if you already changed status manually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Browser recovery — reset stuck MAX Chrome without losing login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Session reuse — one MAX tab for the whole workday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Misfire grace — jobs still run if Mac was asleep (up to 1 hour late)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Interactive Menu (No Coding Required)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8412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Show schedule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Set all times (work + lunch)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Change Station ID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Change timezone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 / 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Pause / resume automation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Mark today as leave + logout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Install background service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Reset stuck MAX browser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One-Time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1. Copy project to ~/Projects/Ring_Central_Automation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2. Run: bash setup.sh  (creates venv, installs Playwright)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3. Run: .venv/bin/python run.py menu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4. Set Station ID and shift times (menu options 8 and 2)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5. Install background service: menu i  or  install-service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6. First morning: complete OTP in MAX Chrome when prompted</a:t>
            </a:r>
          </a:p>
          <a:p>
            <a:pPr>
              <a:spcAft>
                <a:spcPts val="600"/>
              </a:spcAft>
              <a:defRPr sz="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Requirements: macOS, Python 3, Google Chrome, network to MAX/CXone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7C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Three Automation Paths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Automation Options Built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84124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51435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Path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Script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IT API?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Browser 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run.py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MAX in Chrome — recommended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Desktop app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desktop_run.py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RingCentral.app (Accessibility)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Official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rc_run.py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Production desktop 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Browser Path — How It Works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Morning: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1. Launch or reuse MAX Chrome window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2. Wait for manual SSO/OTP if needed (script does not click during login)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3. Open MAX agent application from myprofile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4. Connect with Station ID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5. Set status → Available</a:t>
            </a:r>
          </a:p>
          <a:p>
            <a:pPr>
              <a:spcAft>
                <a:spcPts val="600"/>
              </a:spcAft>
              <a:defRPr sz="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Lunch / logout reuse the same MAX tab for the whole workday.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Security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Station ID stored in local .env file (gitignored)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SSO / OTP handled only in dedicated Chrome profile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Work browser is never automated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No data sent to external servers — local Mac automation only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Logs stored locally under logs/</a:t>
            </a:r>
          </a:p>
          <a:p>
            <a:pPr>
              <a:spcAft>
                <a:spcPts val="600"/>
              </a:spcAft>
              <a:defRPr sz="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Recommendation: Confirm with team policy before wide rollout.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Troubleshooting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84124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4800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Issue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Fix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MAX Chrome stuck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run.py reset-browser  or  menu r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OTP required again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run.py clear-session  or  menu k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Jobs not running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run.py service-status → reinstall service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Wrong timezone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Set TIMEZONE=Asia/Kolkata in .env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Check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logs/scheduler.err.log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Demo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cd ~/Projects/Ring_Central_Automation</a:t>
            </a:r>
          </a:p>
          <a:p>
            <a:pPr>
              <a:spcAft>
                <a:spcPts val="600"/>
              </a:spcAft>
              <a:defRPr sz="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.venv/bin/python run.py show        # Show schedule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.venv/bin/python run.py morning     # Run work start now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.venv/bin/python run.py menu          # Interactive menu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.venv/bin/python run.py install-service  # Auto on Mac login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RingCentralAutoSet automates the MAX agent daily routine on Mac</a:t>
            </a:r>
          </a:p>
          <a:p>
            <a:pPr>
              <a:spcAft>
                <a:spcPts val="600"/>
              </a:spcAft>
              <a:defRPr sz="600">
                <a:solidFill>
                  <a:srgbClr val="333333"/>
                </a:solidFill>
              </a:defRPr>
            </a:pP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Separate MAX Chrome — safe from work browser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Scheduled Available / Lunch / Logout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Menu-driven config — no code for shift changes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Background service for hands-free daily use</a:t>
            </a:r>
          </a:p>
          <a:p>
            <a:pPr>
              <a:spcAft>
                <a:spcPts val="600"/>
              </a:spcAft>
              <a:defRPr sz="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Project folder: ~/Projects/Ring_Central_Automation</a:t>
            </a:r>
          </a:p>
          <a:p>
            <a:pPr>
              <a:spcAft>
                <a:spcPts val="600"/>
              </a:spcAft>
              <a:defRPr sz="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