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RCAutoLogin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8036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DEE"/>
                </a:solidFill>
              </a:defRPr>
            </a:pPr>
            <a:r>
              <a:t>Automate RingCX Agent — Login, Lunch &amp; Logout</a:t>
            </a:r>
            <a:br/>
            <a:r>
              <a:t>Local tool · Mac &amp; Linux · Web GUI control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0"/>
            <a:ext cx="1097280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Every shift, RingCX web agents repeat the same steps: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Sign in → Agent tab → Start session → AVAILABLE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Lunch → LUNCH status → back to AVAILABLE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End of day → Stop session</a:t>
            </a:r>
          </a:p>
          <a:p>
            <a:pPr>
              <a:spcAft>
                <a:spcPts val="600"/>
              </a:spcAft>
              <a:defRPr sz="600">
                <a:solidFill>
                  <a:srgbClr val="1A2332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Pain points: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Easy to forget login or logout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Same clicks every day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RingCX mixed with normal work Chrome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 — RCAutoLogin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Runs on a schedule you set (work days + timezone)</a:t>
            </a:r>
          </a:p>
          <a:p>
            <a:pPr>
              <a:spcAft>
                <a:spcPts val="600"/>
              </a:spcAft>
              <a:defRPr sz="600">
                <a:solidFill>
                  <a:srgbClr val="1A2332"/>
                </a:solidFill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Opens RingCX in a dedicated Chrome window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Work start → Login → AVAILABLE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Lunch → LUNCH → AVAILABLE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Work end → Stop session</a:t>
            </a:r>
          </a:p>
          <a:p>
            <a:pPr>
              <a:spcAft>
                <a:spcPts val="600"/>
              </a:spcAft>
              <a:defRPr sz="600">
                <a:solidFill>
                  <a:srgbClr val="1A2332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Simple web GUI — four tabs: Today, Setup, Schedule, Log</a:t>
            </a: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Background job runs daily — even if GUI is closed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It Does NOT Do (Be Honest)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Not an IT API — it clicks the RingCX web UI like you do manually</a:t>
            </a: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Needs a visible desktop (Mac/Linux + Google Chrome)</a:t>
            </a: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MFA/OTP: you may approve once; tool waits and continues</a:t>
            </a:r>
          </a:p>
          <a:p>
            <a:pPr>
              <a:spcAft>
                <a:spcPts val="600"/>
              </a:spcAft>
              <a:defRPr sz="600">
                <a:solidFill>
                  <a:srgbClr val="1A2332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Optional auto sign-in: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Save email + password once in SETUP tab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Stored only in local .env on your machine</a:t>
            </a:r>
          </a:p>
          <a:p>
            <a:pPr lvl="1"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• Never included in the shared zip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Example Daily 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8412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49377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09:00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Login + Start session + AVAILABLE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13:00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LUNCH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AVAILABLE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18:00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Stop session + close browser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Architecture — 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560320" cy="777240"/>
          </a:xfrm>
          <a:prstGeom prst="roundRect">
            <a:avLst/>
          </a:prstGeom>
          <a:solidFill>
            <a:srgbClr val="E8F2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32"/>
                </a:solidFill>
              </a:defRPr>
            </a:pPr>
            <a:r>
              <a:t>Web GUI</a:t>
            </a:r>
            <a:br/>
            <a:r>
              <a:t>(browser tab)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280160"/>
            <a:ext cx="2560320" cy="77724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32"/>
                </a:solidFill>
              </a:defRPr>
            </a:pPr>
            <a:r>
              <a:t>Background</a:t>
            </a:r>
            <a:br/>
            <a:r>
              <a:t>scheduler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2057400"/>
            <a:ext cx="0" cy="365760"/>
          </a:xfrm>
          <a:prstGeom prst="line">
            <a:avLst/>
          </a:prstGeom>
          <a:ln w="254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2057400"/>
            <a:ext cx="0" cy="365760"/>
          </a:xfrm>
          <a:prstGeom prst="line">
            <a:avLst/>
          </a:prstGeom>
          <a:ln w="254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2423160"/>
            <a:ext cx="4572000" cy="822960"/>
          </a:xfrm>
          <a:prstGeom prst="roundRect">
            <a:avLst/>
          </a:prstGeom>
          <a:solidFill>
            <a:srgbClr val="DCF5E7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2332"/>
                </a:solidFill>
              </a:defRPr>
            </a:pPr>
            <a:r>
              <a:t>RCAutoLogin  (Python + Playwright)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246120"/>
            <a:ext cx="0" cy="365760"/>
          </a:xfrm>
          <a:prstGeom prst="line">
            <a:avLst/>
          </a:prstGeom>
          <a:ln w="254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645920" y="3611880"/>
            <a:ext cx="58521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32"/>
                </a:solidFill>
              </a:defRPr>
            </a:pPr>
            <a:r>
              <a:t>RingCX Chrome  (separate profile — not work Chrome)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4389120"/>
            <a:ext cx="0" cy="365760"/>
          </a:xfrm>
          <a:prstGeom prst="line">
            <a:avLst/>
          </a:prstGeom>
          <a:ln w="254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645920" y="4754880"/>
            <a:ext cx="5852160" cy="777240"/>
          </a:xfrm>
          <a:prstGeom prst="roundRect">
            <a:avLst/>
          </a:prstGeom>
          <a:solidFill>
            <a:srgbClr val="1A365D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app.ringcentral.com  —  RingCX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C6B7A"/>
                </a:solidFill>
              </a:defRPr>
            </a:pPr>
            <a:r>
              <a:t>Everything runs on the agent's laptop. No cloud server. GUI is optional after setup.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One-Time Setup (Each User)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468880" cy="1188720"/>
          </a:xfrm>
          <a:prstGeom prst="roundRect">
            <a:avLst/>
          </a:prstGeom>
          <a:solidFill>
            <a:srgbClr val="E8F2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2332"/>
                </a:solidFill>
              </a:defRPr>
            </a:pPr>
            <a:r>
              <a:t>Step 1</a:t>
            </a:r>
            <a:br/>
            <a:r>
              <a:t>SETUP tab</a:t>
            </a:r>
            <a:br/>
            <a:r>
              <a:t>Save login</a:t>
            </a:r>
            <a:br/>
            <a:r>
              <a:t>(email + password)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17520" y="1874519"/>
            <a:ext cx="320040" cy="320040"/>
          </a:xfrm>
          <a:prstGeom prst="right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463040"/>
            <a:ext cx="2468880" cy="1188720"/>
          </a:xfrm>
          <a:prstGeom prst="roundRect">
            <a:avLst/>
          </a:prstGeom>
          <a:solidFill>
            <a:srgbClr val="E8F2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2332"/>
                </a:solidFill>
              </a:defRPr>
            </a:pPr>
            <a:r>
              <a:t>Step 2</a:t>
            </a:r>
            <a:br/>
            <a:r>
              <a:t>SCHEDULE tab</a:t>
            </a:r>
            <a:br/>
            <a:r>
              <a:t>Work &amp; lunch times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2160" y="1874519"/>
            <a:ext cx="320040" cy="320040"/>
          </a:xfrm>
          <a:prstGeom prst="right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2468880" cy="1188720"/>
          </a:xfrm>
          <a:prstGeom prst="roundRect">
            <a:avLst/>
          </a:prstGeom>
          <a:solidFill>
            <a:srgbClr val="E8F2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2332"/>
                </a:solidFill>
              </a:defRPr>
            </a:pPr>
            <a:r>
              <a:t>Step 3</a:t>
            </a:r>
            <a:br/>
            <a:r>
              <a:t>TODAY tab</a:t>
            </a:r>
            <a:br/>
            <a:r>
              <a:t>Start auto job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7315200" cy="685800"/>
          </a:xfrm>
          <a:prstGeom prst="roundRect">
            <a:avLst/>
          </a:prstGeom>
          <a:solidFill>
            <a:srgbClr val="DCF5E7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32"/>
                </a:solidFill>
              </a:defRPr>
            </a:pPr>
            <a:r>
              <a:t>Done — daily jobs run in background (GUI can be closed)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3192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Login saved once in local .env — not shared in zip file</a:t>
            </a:r>
          </a:p>
          <a:p>
            <a:pPr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Chrome stays open after manual Login; only Logout closes browser</a:t>
            </a:r>
          </a:p>
          <a:p>
            <a:pPr>
              <a:spcAft>
                <a:spcPts val="600"/>
              </a:spcAft>
              <a:defRPr sz="1600">
                <a:solidFill>
                  <a:srgbClr val="1A2332"/>
                </a:solidFill>
              </a:defRPr>
            </a:pPr>
            <a:r>
              <a:t>Mac: LaunchAgent  |  Linux: systemd user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Daily Automation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463040" cy="502920"/>
          </a:xfrm>
          <a:prstGeom prst="roundRect">
            <a:avLst/>
          </a:prstGeom>
          <a:solidFill>
            <a:srgbClr val="0D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Work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325880"/>
            <a:ext cx="6675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332"/>
                </a:solidFill>
              </a:defRPr>
            </a:pPr>
            <a:r>
              <a:t>Login → Agent → Start session → 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463040" cy="5029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Lunch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2011680"/>
            <a:ext cx="6675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332"/>
                </a:solidFill>
              </a:defRPr>
            </a:pPr>
            <a:r>
              <a:t>Set LUNCH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97480"/>
            <a:ext cx="1463040" cy="502920"/>
          </a:xfrm>
          <a:prstGeom prst="roundRect">
            <a:avLst/>
          </a:prstGeom>
          <a:solidFill>
            <a:srgbClr val="0D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After lunch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697480"/>
            <a:ext cx="6675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332"/>
                </a:solidFill>
              </a:defRPr>
            </a:pPr>
            <a:r>
              <a:t>Set 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1463040" cy="50292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Work 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3383280"/>
            <a:ext cx="6675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332"/>
                </a:solidFill>
              </a:defRPr>
            </a:pPr>
            <a:r>
              <a:t>Stop session → close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B7A"/>
                </a:solidFill>
              </a:defRPr>
            </a:pPr>
            <a:r>
              <a:t>Optional auto sign-in: saved credentials used when not already logged in.</a:t>
            </a:r>
          </a:p>
          <a:p>
            <a:pPr>
              <a:defRPr sz="1300">
                <a:solidFill>
                  <a:srgbClr val="5C6B7A"/>
                </a:solidFill>
              </a:defRPr>
            </a:pPr>
            <a:r>
              <a:t>MFA/OTP: complete once in RingCX Chrome — tool waits and continues.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 Chrome vs RingCX Chrome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8412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Your work Chrome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RingCX Chrome (RCAutoLogin)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Profile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Default Chrome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chrome-rcx-profile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Touched by tool?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Never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Login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Your work 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RingCX SSO 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Web GUI — Four Tabs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3931920" cy="1463040"/>
          </a:xfrm>
          <a:prstGeom prst="roundRect">
            <a:avLst/>
          </a:prstGeom>
          <a:solidFill>
            <a:srgbClr val="E8F2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2332"/>
                </a:solidFill>
              </a:defRPr>
            </a:pPr>
            <a:r>
              <a:t>TODAY</a:t>
            </a:r>
            <a:br/>
            <a:br/>
            <a:r>
              <a:t>Login · Lunch · Back · Logout</a:t>
            </a:r>
            <a:br/>
            <a:r>
              <a:t>Schedule summary · Start auto job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25880"/>
            <a:ext cx="3931920" cy="1463040"/>
          </a:xfrm>
          <a:prstGeom prst="roundRect">
            <a:avLst/>
          </a:prstGeom>
          <a:solidFill>
            <a:srgbClr val="E8F2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2332"/>
                </a:solidFill>
              </a:defRPr>
            </a:pPr>
            <a:r>
              <a:t>SETUP</a:t>
            </a:r>
            <a:br/>
            <a:br/>
            <a:r>
              <a:t>Save RingCentral login once</a:t>
            </a:r>
            <a:br/>
            <a:r>
              <a:t>Step 1-2-3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54680"/>
            <a:ext cx="3931920" cy="1463040"/>
          </a:xfrm>
          <a:prstGeom prst="roundRect">
            <a:avLst/>
          </a:prstGeom>
          <a:solidFill>
            <a:srgbClr val="E8F2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2332"/>
                </a:solidFill>
              </a:defRPr>
            </a:pPr>
            <a:r>
              <a:t>SCHEDULE</a:t>
            </a:r>
            <a:br/>
            <a:br/>
            <a:r>
              <a:t>Work start/end · Lunch · Timezone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154680"/>
            <a:ext cx="3931920" cy="1463040"/>
          </a:xfrm>
          <a:prstGeom prst="roundRect">
            <a:avLst/>
          </a:prstGeom>
          <a:solidFill>
            <a:srgbClr val="E8F2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2332"/>
                </a:solidFill>
              </a:defRPr>
            </a:pPr>
            <a:r>
              <a:t>LOG</a:t>
            </a:r>
            <a:br/>
            <a:br/>
            <a:r>
              <a:t>Activity log ·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332"/>
                </a:solidFill>
              </a:defRPr>
            </a:pPr>
            <a:r>
              <a:t>Launch: .venv/bin/python rc_autologin_run.py  →  http://127.0.0.1:8765/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7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Live Demo &amp; Screenshots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Screenshot — TODAY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8138160" cy="4937760"/>
          </a:xfrm>
          <a:prstGeom prst="rect">
            <a:avLst/>
          </a:prstGeom>
          <a:solidFill>
            <a:srgbClr val="D0D7DE"/>
          </a:solidFill>
          <a:ln w="19050">
            <a:solidFill>
              <a:srgbClr val="5C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5C6B7A"/>
                </a:solidFill>
              </a:defRPr>
            </a:pPr>
            <a:r>
              <a:t>Paste screenshot here</a:t>
            </a:r>
          </a:p>
          <a:p>
            <a:pPr algn="ctr">
              <a:defRPr sz="1400">
                <a:solidFill>
                  <a:srgbClr val="1A2332"/>
                </a:solidFill>
              </a:defRPr>
            </a:pPr>
            <a:r>
              <a:t>Quick actions + Start auto job + schedule summary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Screenshot — SETUP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8138160" cy="4937760"/>
          </a:xfrm>
          <a:prstGeom prst="rect">
            <a:avLst/>
          </a:prstGeom>
          <a:solidFill>
            <a:srgbClr val="D0D7DE"/>
          </a:solidFill>
          <a:ln w="19050">
            <a:solidFill>
              <a:srgbClr val="5C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5C6B7A"/>
                </a:solidFill>
              </a:defRPr>
            </a:pPr>
            <a:r>
              <a:t>Paste screenshot here</a:t>
            </a:r>
          </a:p>
          <a:p>
            <a:pPr algn="ctr">
              <a:defRPr sz="1400">
                <a:solidFill>
                  <a:srgbClr val="1A2332"/>
                </a:solidFill>
              </a:defRPr>
            </a:pPr>
            <a:r>
              <a:t>Save login once (email + hidden password)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Screenshot — RingCX Chrome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8138160" cy="4937760"/>
          </a:xfrm>
          <a:prstGeom prst="rect">
            <a:avLst/>
          </a:prstGeom>
          <a:solidFill>
            <a:srgbClr val="D0D7DE"/>
          </a:solidFill>
          <a:ln w="19050">
            <a:solidFill>
              <a:srgbClr val="5C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5C6B7A"/>
                </a:solidFill>
              </a:defRPr>
            </a:pPr>
            <a:r>
              <a:t>Paste screenshot here</a:t>
            </a:r>
          </a:p>
          <a:p>
            <a:pPr algn="ctr">
              <a:defRPr sz="1400">
                <a:solidFill>
                  <a:srgbClr val="1A2332"/>
                </a:solidFill>
              </a:defRPr>
            </a:pPr>
            <a:r>
              <a:t>Agent tab · AVAILABLE status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Share Zip With Team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8412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49377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Who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build-release → dist/RCAutoLogin-1.0.0-portable.zip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All users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Unzip → cd RCAutoLogin-1.0.0-portable → ./install.sh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All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GUI: Setup → Schedule → Start auto job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Never share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.env, chrome-rcx-profile, logs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Launch GUI — Mac vs Linux (After install.sh)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Linux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1 — Install (once)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./install.sh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./install.sh  (same)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2 — Open GUI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Double-click Launch RCAutoLogin.command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./launch-gui.sh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Or open RCAutoLogin.app from Dock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Menu: rcautologin.desktop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Browser opens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http://127.0.0.1:8765/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http://127.0.0.1:8765/  (same)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Background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LaunchAgent (auto on login)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systemd user service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Requires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Python 3.11–3.13, Google Chrome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332"/>
                          </a:solidFill>
                        </a:defRPr>
                      </a:pPr>
                      <a:r>
                        <a:t>Python 3.11–3.13, Chrome/Chromium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Demo Script (15–20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1. Show GUI TODAY tab — status pills</a:t>
            </a: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2. SETUP tab — save login (one-time)</a:t>
            </a: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3. SCHEDULE tab — work/lunch times</a:t>
            </a: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4. TODAY → Login — Chrome stays open</a:t>
            </a: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5. Start auto job — runs without GUI</a:t>
            </a: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6. LOG tab — activity</a:t>
            </a:r>
          </a:p>
          <a:p>
            <a:pPr>
              <a:spcAft>
                <a:spcPts val="600"/>
              </a:spcAft>
              <a:defRPr sz="600">
                <a:solidFill>
                  <a:srgbClr val="1A2332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Full script: RCAutoLogin_DEMO_SCRIPT.txt</a:t>
            </a:r>
          </a:p>
          <a:p>
            <a:pPr>
              <a:spcAft>
                <a:spcPts val="600"/>
              </a:spcAft>
              <a:defRPr sz="1800">
                <a:solidFill>
                  <a:srgbClr val="1A2332"/>
                </a:solidFill>
              </a:defRPr>
            </a:pPr>
            <a:r>
              <a:t>Full guide: RCAutoLogin_COMPLETE_GUIDE.txt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8036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DEE"/>
                </a:solidFill>
              </a:defRPr>
            </a:pPr>
            <a:r>
              <a:t>RCAutoLogin — RingCX web agent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0"/>
            <a:ext cx="1097280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